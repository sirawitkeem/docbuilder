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324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475488"/>
            <a:ext cx="106673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การทดสอบฟอนต์ภาษาไทยและสระวรรณยุกต์ (Thai Font Rendering Spike)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1695" y="1371600"/>
            <a:ext cx="1066739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630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1. fontFace: 'Noto Sans Thai' (Web Font ในระบบ DocBuilder)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บริษัท เครสท์ เซนโด จำกัด — ที่ปรึกษาผู้เชี่ยวชาญด้านสัญญาระหว่างประเทศ และระบบคลาวด์อัจฉริยะ (น้ำดื่ม, ผู้ใหญ่, ปู่ย่า, ซึ่ง, ทั้งหมด)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1695" y="2560320"/>
            <a:ext cx="1066739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5176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2. fontFace: 'Leelawadee UI' (Windows Native Modern Sans — มีใน Windows ทุกเครื่อง)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บริษัท เครสท์ เซนโด จำกัด — ที่ปรึกษาผู้เชี่ยวชาญด้านสัญญาระหว่างประเทศ และระบบคลาวด์อัจฉริยะ (น้ำดื่ม, ผู้ใหญ่, ปู่ย่า, ซึ่ง, ทั้งหมด)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1695" y="3749040"/>
            <a:ext cx="1066739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8404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 fontFace: 'Tahoma' (Windows Native Classic — ปลอดภัย 100% เรื่องสระลอย)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1605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บริษัท เครสท์ เซนโด จำกัด — ที่ปรึกษาผู้เชี่ยวชาญด้านสัญญาระหว่างประเทศ และระบบคลาวด์อัจฉริยะ (น้ำดื่ม, ผู้ใหญ่, ปู่ย่า, ซึ่ง, ทั้งหมด)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1695" y="4937760"/>
            <a:ext cx="1066739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02920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4. fontFace: 'TH Sarabun New' (Official Thai Font)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53492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บริษัท เครสท์ เซนโด จำกัด — ที่ปรึกษาผู้เชี่ยวชาญด้านสัญญาระหว่างประเทศ และระบบคลาวด์อัจฉริยะ (น้ำดื่ม, ผู้ใหญ่, ปู่ย่า, ซึ่ง, ทั้งหมด)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548640"/>
            <a:ext cx="106673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สรุปผลการดำเนินงานและสถิติสำคัญประจำไตรมาส 3/2569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61695" y="1097280"/>
            <a:ext cx="106673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CREST ZENDO BUSINESS PRESENTATION • 16:9 WIDESCREEN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1695" y="1645920"/>
            <a:ext cx="3291840" cy="43891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การเติบโตของรายได้รวม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+250%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005840" y="3566160"/>
            <a:ext cx="2834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• เทียบกับช่วงเวลาเดียวกันของปีก่อน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• อัตรากำไรสุทธิเพิ่มขึ้น 24.5%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• จำนวนลูกค้าองค์กรใหม่ 42 ราย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• อัตราต่อสัญญาบริการ 98.2%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1645920"/>
          <a:ext cx="7040880" cy="2011680"/>
        </p:xfrm>
        <a:graphic>
          <a:graphicData uri="http://schemas.openxmlformats.org/drawingml/2006/table">
            <a:tbl>
              <a:tblPr/>
              <a:tblGrid>
                <a:gridCol w="1760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0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0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0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โครงการหลัก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แผนกรับผิดชอบ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สถานะ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งบประมาณ (บาท)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Cloud Security Architecture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Security Operations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4D399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ส่งมอบแล้ว (100%)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4,500,000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Multi-Cloud Migration Phase 2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Infrastructure Engineering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BBF24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กำลังดำเนินงาน (75%)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3,200,000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Zero Trust Network Access (ZTNA)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Enterprise Architecture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0A5FA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ทดสอบขั้นตอนสุดท้าย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2,800,000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389120" y="3931920"/>
            <a:ext cx="7040880" cy="210312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63440" y="411480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E8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ข้อคิดเห็นและแผนการดำเนินงานขั้นตอนถัดไป (Next Steps)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663440" y="4480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1. เร่งขยายกำลังทีมวิศวกรรมเพื่อรองรับสัญญาพันธมิตรใหม่ในไตรมาส 4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2. เปิดตัวระบบตรวจสอบเอกสารสัญญาอัตโนมัติ (Document AI)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3. ดำเนินการจัดซื้อ License และอุปกรณ์โครงสร้างพื้นฐานตามแผนงบประมาณที่ได้รับอนุมัติ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352</Words>
  <Application>Microsoft Office PowerPoint</Application>
  <PresentationFormat>แบบจอกว้าง</PresentationFormat>
  <Paragraphs>39</Paragraphs>
  <Slides>2</Slides>
  <Notes>2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5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2</vt:i4>
      </vt:variant>
    </vt:vector>
  </HeadingPairs>
  <TitlesOfParts>
    <vt:vector size="8" baseType="lpstr">
      <vt:lpstr>Arial</vt:lpstr>
      <vt:lpstr>Leelawadee UI</vt:lpstr>
      <vt:lpstr>Noto Sans Thai</vt:lpstr>
      <vt:lpstr>Tahoma</vt:lpstr>
      <vt:lpstr>TH Sarabun New</vt:lpstr>
      <vt:lpstr>Office Theme</vt:lpstr>
      <vt:lpstr>งานนำเสนอ PowerPoint</vt:lpstr>
      <vt:lpstr>งานนำเสนอ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Sirawit Pecthajamras</cp:lastModifiedBy>
  <cp:revision>2</cp:revision>
  <dcterms:created xsi:type="dcterms:W3CDTF">2026-09-03T09:00:50Z</dcterms:created>
  <dcterms:modified xsi:type="dcterms:W3CDTF">2026-09-03T09:07:30Z</dcterms:modified>
</cp:coreProperties>
</file>