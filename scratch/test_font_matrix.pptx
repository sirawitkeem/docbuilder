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 Setting: "Chonburi"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honburi" pitchFamily="34" charset="0"/>
                <a:ea typeface="Chonburi" pitchFamily="34" charset="-122"/>
                <a:cs typeface="Chonburi" pitchFamily="34" charset="-120"/>
              </a:rPr>
              <a:t>กลยุทธ์การทรานส์ฟอร์มธุรกิจสู่ยุคดิจิทัล 2026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Chonburi" pitchFamily="34" charset="0"/>
                <a:ea typeface="Chonburi" pitchFamily="34" charset="-122"/>
                <a:cs typeface="Chonburi" pitchFamily="34" charset="-120"/>
              </a:rPr>
              <a:t>หนังสือรับรองผลงานอันทรงเกียรติและนวัตกรรม 2569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 Setting: "Chonburi, Leelawadee UI"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honburi, Leelawadee UI" pitchFamily="34" charset="0"/>
                <a:ea typeface="Chonburi, Leelawadee UI" pitchFamily="34" charset="-122"/>
                <a:cs typeface="Chonburi, Leelawadee UI" pitchFamily="34" charset="-120"/>
              </a:rPr>
              <a:t>กลยุทธ์การทรานส์ฟอร์มธุรกิจสู่ยุคดิจิทัล 2026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Chonburi, Leelawadee UI" pitchFamily="34" charset="0"/>
                <a:ea typeface="Chonburi, Leelawadee UI" pitchFamily="34" charset="-122"/>
                <a:cs typeface="Chonburi, Leelawadee UI" pitchFamily="34" charset="-120"/>
              </a:rPr>
              <a:t>หนังสือรับรองผลงานอันทรงเกียรติและนวัตกรรม 2569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 Setting: "Chonburi, Leelawadee UI, sans-serif"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honburi, Leelawadee UI, sans-serif" pitchFamily="34" charset="0"/>
                <a:ea typeface="Chonburi, Leelawadee UI, sans-serif" pitchFamily="34" charset="-122"/>
                <a:cs typeface="Chonburi, Leelawadee UI, sans-serif" pitchFamily="34" charset="-120"/>
              </a:rPr>
              <a:t>กลยุทธ์การทรานส์ฟอร์มธุรกิจสู่ยุคดิจิทัล 2026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Chonburi, Leelawadee UI, sans-serif" pitchFamily="34" charset="0"/>
                <a:ea typeface="Chonburi, Leelawadee UI, sans-serif" pitchFamily="34" charset="-122"/>
                <a:cs typeface="Chonburi, Leelawadee UI, sans-serif" pitchFamily="34" charset="-120"/>
              </a:rPr>
              <a:t>หนังสือรับรองผลงานอันทรงเกียรติและนวัตกรรม 2569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 Setting: "Chonburi, Leelawadee UI, serif"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honburi, Leelawadee UI, serif" pitchFamily="34" charset="0"/>
                <a:ea typeface="Chonburi, Leelawadee UI, serif" pitchFamily="34" charset="-122"/>
                <a:cs typeface="Chonburi, Leelawadee UI, serif" pitchFamily="34" charset="-120"/>
              </a:rPr>
              <a:t>กลยุทธ์การทรานส์ฟอร์มธุรกิจสู่ยุคดิจิทัล 2026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Chonburi, Leelawadee UI, serif" pitchFamily="34" charset="0"/>
                <a:ea typeface="Chonburi, Leelawadee UI, serif" pitchFamily="34" charset="-122"/>
                <a:cs typeface="Chonburi, Leelawadee UI, serif" pitchFamily="34" charset="-120"/>
              </a:rPr>
              <a:t>หนังสือรับรองผลงานอันทรงเกียรติและนวัตกรรม 2569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 Setting: "Leelawadee UI"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กลยุทธ์การทรานส์ฟอร์มธุรกิจสู่ยุคดิจิทัล 2026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หนังสือรับรองผลงานอันทรงเกียรติและนวัตกรรม 2569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 Setting: "Tahoma"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กลยุทธ์การทรานส์ฟอร์มธุรกิจสู่ยุคดิจิทัล 2026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หนังสือรับรองผลงานอันทรงเกียรติและนวัตกรรม 2569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2026-09-04T03:30:40Z</dcterms:created>
  <dcterms:modified xsi:type="dcterms:W3CDTF">2026-09-04T03:30:40Z</dcterms:modified>
</cp:coreProperties>
</file>