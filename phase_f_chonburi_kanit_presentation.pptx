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1430000" cy="609600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1333500"/>
            <a:ext cx="3810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Kanit, Leelawadee UI, sans-serif" pitchFamily="34" charset="0"/>
                <a:ea typeface="Kanit, Leelawadee UI, sans-serif" pitchFamily="34" charset="-122"/>
                <a:cs typeface="Kanit, Leelawadee UI, sans-serif" pitchFamily="34" charset="-120"/>
              </a:rPr>
              <a:t>EXECUTIVE KEYNOTE •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52500" y="1714500"/>
            <a:ext cx="10287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Chonburi, Leelawadee UI, sans-serif" pitchFamily="34" charset="0"/>
                <a:ea typeface="Chonburi, Leelawadee UI, sans-serif" pitchFamily="34" charset="-122"/>
                <a:cs typeface="Chonburi, Leelawadee UI, sans-serif" pitchFamily="34" charset="-120"/>
              </a:rPr>
              <a:t>กลยุทธ์การทรานส์ฟอร์มธุรกิจสู่ยุคดิจิทัล 2026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52500" y="2571750"/>
            <a:ext cx="10287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94A3B8"/>
                </a:solidFill>
                <a:latin typeface="Kanit, Leelawadee UI, sans-serif" pitchFamily="34" charset="0"/>
                <a:ea typeface="Kanit, Leelawadee UI, sans-serif" pitchFamily="34" charset="-122"/>
                <a:cs typeface="Kanit, Leelawadee UI, sans-serif" pitchFamily="34" charset="-120"/>
              </a:rPr>
              <a:t>สร้างสรรค์เอกสารและงานนำเสนอระดับพรีเมียมด้วยระบบ DocBuilder Platform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52500" y="3619500"/>
            <a:ext cx="10287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Kanit, Leelawadee UI, sans-serif" pitchFamily="34" charset="0"/>
                <a:ea typeface="Kanit, Leelawadee UI, sans-serif" pitchFamily="34" charset="-122"/>
                <a:cs typeface="Kanit, Leelawadee UI, sans-serif" pitchFamily="34" charset="-120"/>
              </a:rPr>
              <a:t>• ยกระดับการสื่อสารองค์กรด้วยระบบจัดเก็บแบบอักษรส่วนกลาง (Unified Font Registry)</a:t>
            </a:r>
            <a:endParaRPr lang="en-US" sz="1400" dirty="0"/>
          </a:p>
          <a:p>
            <a:pPr algn="l" indent="0" marL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Kanit, Leelawadee UI, sans-serif" pitchFamily="34" charset="0"/>
                <a:ea typeface="Kanit, Leelawadee UI, sans-serif" pitchFamily="34" charset="-122"/>
                <a:cs typeface="Kanit, Leelawadee UI, sans-serif" pitchFamily="34" charset="-120"/>
              </a:rPr>
              <a:t>• รองรับฟอนต์ภาษาไทยแท้ พร้อม Fallback อัจฉริยะบน PowerPoint ทุกระบบปฏิบัติการ</a:t>
            </a:r>
            <a:endParaRPr lang="en-US" sz="1400" dirty="0"/>
          </a:p>
          <a:p>
            <a:pPr algn="l" indent="0" marL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Kanit, Leelawadee UI, sans-serif" pitchFamily="34" charset="0"/>
                <a:ea typeface="Kanit, Leelawadee UI, sans-serif" pitchFamily="34" charset="-122"/>
                <a:cs typeface="Kanit, Leelawadee UI, sans-serif" pitchFamily="34" charset="-120"/>
              </a:rPr>
              <a:t>• ความเร็วการประมวลผลสูงและไร้รอยต่อระหว่างหน้าเอกสารและสไลด์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52500" y="5524500"/>
            <a:ext cx="7620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Noto Sans Thai, Leelawadee UI, sans-serif" pitchFamily="34" charset="0"/>
                <a:ea typeface="Noto Sans Thai, Leelawadee UI, sans-serif" pitchFamily="34" charset="-122"/>
                <a:cs typeface="Noto Sans Thai, Leelawadee UI, sans-serif" pitchFamily="34" charset="-120"/>
              </a:rPr>
              <a:t>ผู้นำเสนอ: นายศรายุทธ โกสิยารักษ์ | บริษัท เครสท์ เซนโด จำกัด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1430000" cy="6096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2000" y="762000"/>
            <a:ext cx="1066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1E1B4B"/>
                </a:solidFill>
                <a:latin typeface="Chonburi, Leelawadee UI, sans-serif" pitchFamily="34" charset="0"/>
                <a:ea typeface="Chonburi, Leelawadee UI, sans-serif" pitchFamily="34" charset="-122"/>
                <a:cs typeface="Chonburi, Leelawadee UI, sans-serif" pitchFamily="34" charset="-120"/>
              </a:rPr>
              <a:t>ผลลัพธ์และความสำเร็จของการพัฒนาระบบฟอนต์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62000" y="1333500"/>
            <a:ext cx="1066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366F1"/>
                </a:solidFill>
                <a:latin typeface="Kanit, Leelawadee UI, sans-serif" pitchFamily="34" charset="0"/>
                <a:ea typeface="Kanit, Leelawadee UI, sans-serif" pitchFamily="34" charset="-122"/>
                <a:cs typeface="Kanit, Leelawadee UI, sans-serif" pitchFamily="34" charset="-120"/>
              </a:rPr>
              <a:t>การทดสอบประสิทธิผลการส่งออกไฟล์ข้ามแพลตฟอร์ม (Cross-Platform Export Validation)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2000" y="1905000"/>
            <a:ext cx="3238500" cy="20955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E0E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7750" y="2190750"/>
            <a:ext cx="2667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4338CA"/>
                </a:solidFill>
                <a:latin typeface="Chonburi, Leelawadee UI, sans-serif" pitchFamily="34" charset="0"/>
                <a:ea typeface="Chonburi, Leelawadee UI, sans-serif" pitchFamily="34" charset="-122"/>
                <a:cs typeface="Chonburi, Leelawadee UI, sans-serif" pitchFamily="34" charset="-120"/>
              </a:rPr>
              <a:t>100%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047750" y="2857500"/>
            <a:ext cx="2667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Kanit, Leelawadee UI, sans-serif" pitchFamily="34" charset="0"/>
                <a:ea typeface="Kanit, Leelawadee UI, sans-serif" pitchFamily="34" charset="-122"/>
                <a:cs typeface="Kanit, Leelawadee UI, sans-serif" pitchFamily="34" charset="-120"/>
              </a:rPr>
              <a:t>ความแม่นยำของวรรณยุกต์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47750" y="3238500"/>
            <a:ext cx="2667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Kanit, Leelawadee UI, sans-serif" pitchFamily="34" charset="0"/>
                <a:ea typeface="Kanit, Leelawadee UI, sans-serif" pitchFamily="34" charset="-122"/>
                <a:cs typeface="Kanit, Leelawadee UI, sans-serif" pitchFamily="34" charset="-120"/>
              </a:rPr>
              <a:t>สระบน-ล่างไม่จม ไม่ซ้อนทับ และไม่เกิดอักขระซ้ำในระบบประมวลผล PDF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76750" y="1905000"/>
            <a:ext cx="3238500" cy="20955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DCFC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62500" y="2190750"/>
            <a:ext cx="2667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5803D"/>
                </a:solidFill>
                <a:latin typeface="Chonburi, Leelawadee UI, sans-serif" pitchFamily="34" charset="0"/>
                <a:ea typeface="Chonburi, Leelawadee UI, sans-serif" pitchFamily="34" charset="-122"/>
                <a:cs typeface="Chonburi, Leelawadee UI, sans-serif" pitchFamily="34" charset="-120"/>
              </a:rPr>
              <a:t>0 Error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4762500" y="2857500"/>
            <a:ext cx="2667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Kanit, Leelawadee UI, sans-serif" pitchFamily="34" charset="0"/>
                <a:ea typeface="Kanit, Leelawadee UI, sans-serif" pitchFamily="34" charset="-122"/>
                <a:cs typeface="Kanit, Leelawadee UI, sans-serif" pitchFamily="34" charset="-120"/>
              </a:rPr>
              <a:t>PPTX Native Compatibility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62500" y="3238500"/>
            <a:ext cx="2667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Kanit, Leelawadee UI, sans-serif" pitchFamily="34" charset="0"/>
                <a:ea typeface="Kanit, Leelawadee UI, sans-serif" pitchFamily="34" charset="-122"/>
                <a:cs typeface="Kanit, Leelawadee UI, sans-serif" pitchFamily="34" charset="-120"/>
              </a:rPr>
              <a:t>เปิดและแก้ไขต่อใน PowerPoint ได้ทันทีโดยไม่ติดปัญหา Font Missing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191500" y="1905000"/>
            <a:ext cx="3238500" cy="20955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FE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77250" y="2190750"/>
            <a:ext cx="2667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91C1C"/>
                </a:solidFill>
                <a:latin typeface="Chonburi, Leelawadee UI, sans-serif" pitchFamily="34" charset="0"/>
                <a:ea typeface="Chonburi, Leelawadee UI, sans-serif" pitchFamily="34" charset="-122"/>
                <a:cs typeface="Chonburi, Leelawadee UI, sans-serif" pitchFamily="34" charset="-120"/>
              </a:rPr>
              <a:t>14+ Fonts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8477250" y="2857500"/>
            <a:ext cx="2667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Kanit, Leelawadee UI, sans-serif" pitchFamily="34" charset="0"/>
                <a:ea typeface="Kanit, Leelawadee UI, sans-serif" pitchFamily="34" charset="-122"/>
                <a:cs typeface="Kanit, Leelawadee UI, sans-serif" pitchFamily="34" charset="-120"/>
              </a:rPr>
              <a:t>Thai Google Fonts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77250" y="3238500"/>
            <a:ext cx="2667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Kanit, Leelawadee UI, sans-serif" pitchFamily="34" charset="0"/>
                <a:ea typeface="Kanit, Leelawadee UI, sans-serif" pitchFamily="34" charset="-122"/>
                <a:cs typeface="Kanit, Leelawadee UI, sans-serif" pitchFamily="34" charset="-120"/>
              </a:rPr>
              <a:t>รองรับฟอนต์ยอดนิยมพร้อมติดตั้งเพิ่มได้แบบเรียลไทม์จากระบบ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62000" y="4762500"/>
            <a:ext cx="1066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Noto Sans Thai, Leelawadee UI, sans-serif" pitchFamily="34" charset="0"/>
                <a:ea typeface="Noto Sans Thai, Leelawadee UI, sans-serif" pitchFamily="34" charset="-122"/>
                <a:cs typeface="Noto Sans Thai, Leelawadee UI, sans-serif" pitchFamily="34" charset="-120"/>
              </a:rPr>
              <a:t>การทดสอบได้รับการตรวจสอบสมบูรณ์ตามเกณฑ์ Phase F Verification Plan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สไลด์นำเสนอ Chonburi และ Kanit (Phase F)</dc:title>
  <dc:subject>PptxGenJS Presentation</dc:subject>
  <dc:creator>DocBuilder Studio</dc:creator>
  <cp:lastModifiedBy>DocBuilder Studio</cp:lastModifiedBy>
  <cp:revision>1</cp:revision>
  <dcterms:created xsi:type="dcterms:W3CDTF">2026-09-04T03:36:08Z</dcterms:created>
  <dcterms:modified xsi:type="dcterms:W3CDTF">2026-09-04T03:36:08Z</dcterms:modified>
</cp:coreProperties>
</file>