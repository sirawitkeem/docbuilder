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75488"/>
            <a:ext cx="1066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การทดสอบฟอนต์ภาษาไทยและสระวรรณยุกต์ (Thai Font Rendering Spike)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1695" y="137160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 fontFace: 'Noto Sans Thai' (Web Font ในระบบ DocBuilder)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1695" y="256032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fontFace: 'Leelawadee UI' (Windows Native Modern Sans — มีใน Windows ทุกเครื่อง)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695" y="374904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fontFace: 'Tahoma' (Windows Native Classic — ปลอดภัย 100% เรื่องสระลอย)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1695" y="4937760"/>
            <a:ext cx="1066739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fontFace: 'TH Sarabun New' (Official Thai Font)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 เครสท์ เซนโด จำกัด — ที่ปรึกษาผู้เชี่ยวชาญด้านสัญญาระหว่างประเทศ และระบบคลาวด์อัจฉริยะ (น้ำดื่ม, ผู้ใหญ่, ปู่ย่า, ซึ่ง, ทั้งหมด)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48640"/>
            <a:ext cx="106673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สรุปผลการดำเนินงานและสถิติสำคัญประจำไตรมาส 3/2569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61695" y="1097280"/>
            <a:ext cx="1066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ZENDO BUSINESS PRESENTATION • 16:9 WIDESCREEN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1645920"/>
            <a:ext cx="3291840" cy="43891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การเติบโตของรายได้รวม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+185%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เทียบกับช่วงเวลาเดียวกันของปีก่อน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อัตรากำไรสุทธิเพิ่มขึ้น 24.5%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จำนวนลูกค้าองค์กรใหม่ 42 ราย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อัตราต่อสัญญาบริการ 98.2%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45920"/>
          <a:ext cx="7040880" cy="2011680"/>
        </p:xfrm>
        <a:graphic>
          <a:graphicData uri="http://schemas.openxmlformats.org/drawingml/2006/table">
            <a:tbl>
              <a:tblPr/>
              <a:tblGrid>
                <a:gridCol w="1760220"/>
                <a:gridCol w="1760220"/>
                <a:gridCol w="1760220"/>
                <a:gridCol w="17602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โครงการหลัก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แผนกรับผิดชอบ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สถานะ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งบประมาณ (บาท)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Cloud Security Architecture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Security Operations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ส่งมอบแล้ว (100%)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4,500,000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Multi-Cloud Migration Phase 2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Infrastructure Engineering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กำลังดำเนินงาน (75%)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3,200,000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Zero Trust Network Access (ZTNA)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Enterprise Architecture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ทดสอบขั้นตอนสุดท้าย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2,800,000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389120" y="3931920"/>
            <a:ext cx="7040880" cy="210312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ข้อคิดเห็นและแผนการดำเนินงานขั้นตอนถัดไป (Next Steps)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4480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เร่งขยายกำลังทีมวิศวกรรมเพื่อรองรับสัญญาพันธมิตรใหม่ในไตรมาส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เปิดตัวระบบตรวจสอบเอกสารสัญญาอัตโนมัติ (Document AI)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ดำเนินการจัดซื้อ License และอุปกรณ์โครงสร้างพื้นฐานตามแผนงบประมาณที่ได้รับอนุมัติ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2026-09-03T09:00:50Z</dcterms:created>
  <dcterms:modified xsi:type="dcterms:W3CDTF">2026-09-03T09:00:50Z</dcterms:modified>
</cp:coreProperties>
</file>